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03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69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94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21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182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585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961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22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0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55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34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BF375-E160-47E5-9A75-991F38BA5354}" type="datetimeFigureOut">
              <a:rPr lang="es-CO" smtClean="0"/>
              <a:t>7/07/2026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C5B1DB6-22AE-4D71-8E17-25D73B45F8C0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2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hashtag/00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F9B5A-5C64-6306-2D36-94A95B7689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s-CO" dirty="0"/>
            </a:br>
            <a:r>
              <a:rPr lang="es-CO" sz="4000" b="1" dirty="0"/>
              <a:t>Que es un SISTEMA❓ [Control de Procesos]✅ </a:t>
            </a:r>
            <a:r>
              <a:rPr lang="es-CO" sz="4000" b="1" dirty="0">
                <a:hlinkClick r:id="rId2"/>
              </a:rPr>
              <a:t>#002</a:t>
            </a:r>
            <a:br>
              <a:rPr lang="es-CO" sz="4000" b="1" dirty="0"/>
            </a:br>
            <a:endParaRPr lang="es-CO" sz="4000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6A777CB-9CAE-5569-E6D1-87D051B83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1203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3F44B8-5A3A-7709-74EF-0CF0F089C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9" y="427277"/>
            <a:ext cx="11701220" cy="547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8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1EAA24F-823F-5AEF-FC6E-EEEA8E448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149" y="91713"/>
            <a:ext cx="11871702" cy="667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9770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1398</TotalTime>
  <Words>15</Words>
  <Application>Microsoft Office PowerPoint</Application>
  <PresentationFormat>Panorámica</PresentationFormat>
  <Paragraphs>1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Galería</vt:lpstr>
      <vt:lpstr> Que es un SISTEMA❓ [Control de Procesos]✅ #002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VICENTE ZABALETA MONTIEL</dc:creator>
  <cp:lastModifiedBy>JOSE VICENTE ZABALETA MONTIEL</cp:lastModifiedBy>
  <cp:revision>2</cp:revision>
  <dcterms:created xsi:type="dcterms:W3CDTF">2026-07-08T02:24:00Z</dcterms:created>
  <dcterms:modified xsi:type="dcterms:W3CDTF">2026-07-09T01:42:34Z</dcterms:modified>
</cp:coreProperties>
</file>